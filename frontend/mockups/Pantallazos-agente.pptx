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80957-5DFC-49DD-AF2E-3F18BFD9D4F6}" v="1" dt="2026-04-27T22:46:16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Navas" userId="f9b9295bda0091bf" providerId="LiveId" clId="{0D2D2847-F52D-42B5-9D77-0E624BE9F117}"/>
    <pc:docChg chg="undo custSel modSld sldOrd">
      <pc:chgData name="Juan Navas" userId="f9b9295bda0091bf" providerId="LiveId" clId="{0D2D2847-F52D-42B5-9D77-0E624BE9F117}" dt="2026-04-28T01:06:49.215" v="17" actId="27309"/>
      <pc:docMkLst>
        <pc:docMk/>
      </pc:docMkLst>
      <pc:sldChg chg="addSp delSp modSp mod">
        <pc:chgData name="Juan Navas" userId="f9b9295bda0091bf" providerId="LiveId" clId="{0D2D2847-F52D-42B5-9D77-0E624BE9F117}" dt="2026-04-27T22:46:20.577" v="2" actId="478"/>
        <pc:sldMkLst>
          <pc:docMk/>
          <pc:sldMk cId="3002479196" sldId="257"/>
        </pc:sldMkLst>
        <pc:spChg chg="add del mod">
          <ac:chgData name="Juan Navas" userId="f9b9295bda0091bf" providerId="LiveId" clId="{0D2D2847-F52D-42B5-9D77-0E624BE9F117}" dt="2026-04-27T22:46:20.577" v="2" actId="478"/>
          <ac:spMkLst>
            <pc:docMk/>
            <pc:sldMk cId="3002479196" sldId="257"/>
            <ac:spMk id="4" creationId="{D55F14EB-D765-0C39-E6B6-6E84BC8F437F}"/>
          </ac:spMkLst>
        </pc:spChg>
      </pc:sldChg>
      <pc:sldChg chg="modSp mod">
        <pc:chgData name="Juan Navas" userId="f9b9295bda0091bf" providerId="LiveId" clId="{0D2D2847-F52D-42B5-9D77-0E624BE9F117}" dt="2026-04-28T01:03:56.984" v="11" actId="1076"/>
        <pc:sldMkLst>
          <pc:docMk/>
          <pc:sldMk cId="3713300214" sldId="266"/>
        </pc:sldMkLst>
        <pc:picChg chg="mod">
          <ac:chgData name="Juan Navas" userId="f9b9295bda0091bf" providerId="LiveId" clId="{0D2D2847-F52D-42B5-9D77-0E624BE9F117}" dt="2026-04-28T01:03:56.984" v="11" actId="1076"/>
          <ac:picMkLst>
            <pc:docMk/>
            <pc:sldMk cId="3713300214" sldId="266"/>
            <ac:picMk id="9" creationId="{7F46E1D6-00AF-C623-0BF1-CC993D88E2FA}"/>
          </ac:picMkLst>
        </pc:picChg>
      </pc:sldChg>
      <pc:sldChg chg="addSp delSp modSp mod ord">
        <pc:chgData name="Juan Navas" userId="f9b9295bda0091bf" providerId="LiveId" clId="{0D2D2847-F52D-42B5-9D77-0E624BE9F117}" dt="2026-04-28T01:06:49.215" v="17" actId="27309"/>
        <pc:sldMkLst>
          <pc:docMk/>
          <pc:sldMk cId="3302776133" sldId="270"/>
        </pc:sldMkLst>
        <pc:graphicFrameChg chg="add del mod modGraphic">
          <ac:chgData name="Juan Navas" userId="f9b9295bda0091bf" providerId="LiveId" clId="{0D2D2847-F52D-42B5-9D77-0E624BE9F117}" dt="2026-04-28T01:06:49.215" v="17" actId="27309"/>
          <ac:graphicFrameMkLst>
            <pc:docMk/>
            <pc:sldMk cId="3302776133" sldId="270"/>
            <ac:graphicFrameMk id="24" creationId="{98622867-90AF-7D04-5EE8-9E396BAFF24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8F6CC-C99C-C7E2-D265-7A79B5CAC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48681A-FD73-19E6-5293-7C097C316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28C70B-9585-5DFB-5A5D-4B96CF02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92E1D3-4A7A-15F5-7A54-70791051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86C2A9-BBEE-9E47-3AA8-BE0DECF0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663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D1FC0-2ABC-A6FA-AD7D-0D1EDE7D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5945D7-0A3A-B273-9EF3-70396F430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34C1EC-E696-B311-1026-D0C0B395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2DF94-E8BB-AD7C-D952-76526D7E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F76E1C-07A2-7C6A-E02D-C1BB13EC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849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C3898-39D8-CB1E-B1AA-05DC759DB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7E7F0-12BC-0D4D-CBEB-9781503E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58D71A-98DE-A1F7-9E1C-B2DDA0B7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6C79AF-8496-E8D4-5DF6-7A864343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F7101-A2C2-49E2-2C46-E484C894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919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DE3D8-B207-73F7-F0AC-4468A0CE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A4D1FE-3E2D-E08B-2A88-4DD9C4D11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EDF58E-414B-B300-9B17-A184CA7C9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943EBF-1E74-8B07-EDE6-3000B0FA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200D58-6E8D-7AB4-961C-7FDAA459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92B36D-16AF-26BC-7528-574B8973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797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91C2F-7933-3644-273B-E8F662C0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0341E-F891-9D04-D338-EB860E87F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092EE3-79B4-3146-DF9C-299669942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D03A16-431B-9B1B-C375-C2D5F7592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0296D0-D335-7564-48E0-D985FE004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BAA668-CB2B-AFC6-637C-27363AFE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371881-656F-F295-A91C-DC41AF98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1A1491-B623-7873-06E4-9EF63947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514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2BB1C-2572-993A-F193-88A4E9E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A1AF24-FCB3-1D79-75F8-E34BFE85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B2A86D-6C10-C56B-08CC-A8823056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2400EB-A357-43B4-F3B9-0458221F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130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B43335-6333-A45C-33D2-6CE67D91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95A7ED-BE1B-67AB-73E8-1501A0655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84856D-0C04-803D-2ABA-F2D78F0B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814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42370-08FD-7A8E-7B6B-790B743E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C633B6-C7FA-E5DC-9EC8-208FFD99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A86651-394A-76CA-ABE9-269DBEB80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FBE7AB-326C-2CE8-BC2D-E1FE8273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635645-A880-0418-7EA8-9A861EC2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9DB5CF-011E-E80E-D684-D7E4E5AA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815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A035E-DAFD-52B5-7564-9B78386B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C6D95B-774F-815E-BA09-8A9BCC140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39EB6C-B9BC-D5D8-4527-E3C0246FF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8AE738-656A-DBC6-E94C-EB9D867E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F76C4F-2BC3-F293-D6F2-6D1E53DC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EB3C09-A11C-6AA2-24C5-5E073376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712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F3D52-7B50-A31A-6D97-6F270E5D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CEA9D2-4B40-EDE9-79B7-370FDBED6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B0F524-23DC-2A01-A982-0608AA9B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3ABAE-EB2B-176B-05A9-66BB23AE8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54BE8-9A44-791D-8D49-80A13202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257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7699EE-E752-1056-7C80-69FF32140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B45034-B919-1D7A-28CD-7B1DDCA4E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46B64B-09B2-779D-DE15-20EEA5D0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9B34CB-35EA-383D-F7E5-A58D81B1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A886A3-33DC-15D3-AC34-CF3FED18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233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0049DF-44C6-5355-0276-81C515F5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EAE616-9BD3-5063-3EBC-626A05D9C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E7AC63-E531-6447-ACB5-0EA755549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842C6-938B-413F-B81E-4A0060F11EED}" type="datetimeFigureOut">
              <a:rPr lang="es-CO" smtClean="0"/>
              <a:t>27/04/2026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683F33-A8B4-6FA5-E66A-6A3E29FE0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65A28B-9BBE-C21C-E8A9-58EDD2182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F14D8-8D3B-4FDE-95FD-5AA093B6A7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773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8E32343-C393-7B58-38F0-3BEF4DDE5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248" y="81598"/>
            <a:ext cx="9144000" cy="393890"/>
          </a:xfrm>
        </p:spPr>
        <p:txBody>
          <a:bodyPr>
            <a:normAutofit fontScale="92500" lnSpcReduction="10000"/>
          </a:bodyPr>
          <a:lstStyle/>
          <a:p>
            <a:r>
              <a:rPr lang="es-CO" dirty="0"/>
              <a:t>Inicio app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207ADD-A3B9-7A67-079D-9D1F92D1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770" y="562897"/>
            <a:ext cx="2610214" cy="589679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3AEA84-44CB-27BC-E912-BC1616F33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928" y="562897"/>
            <a:ext cx="2562583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C4A4C1-D748-1106-13A6-BF59D4C0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5" y="225425"/>
            <a:ext cx="2619375" cy="488950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Inicio de sesión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039CEF-49D4-264C-18E0-734E890E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597" y="594887"/>
            <a:ext cx="2553056" cy="60873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F6478F-449E-1CA9-A896-4EF696231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704" y="594887"/>
            <a:ext cx="2591162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0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FA65E2-2969-3684-9DF3-B857DDB5E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275" y="149225"/>
            <a:ext cx="1485900" cy="4032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Registro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A98296-5C82-9FED-F8B4-CAD24EC52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741" y="723902"/>
            <a:ext cx="2600688" cy="591585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994236C-59E1-8DE6-163F-22C1E69C6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482" y="733429"/>
            <a:ext cx="2581635" cy="5906324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9EB4C5B-E5E7-E482-70F3-C82E8ED1E90A}"/>
              </a:ext>
            </a:extLst>
          </p:cNvPr>
          <p:cNvSpPr txBox="1">
            <a:spLocks/>
          </p:cNvSpPr>
          <p:nvPr/>
        </p:nvSpPr>
        <p:spPr>
          <a:xfrm>
            <a:off x="2257425" y="265874"/>
            <a:ext cx="1485900" cy="403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dirty="0"/>
              <a:t>Modo oscuro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1A0C1ED-BFFE-4E94-380E-388C897E611C}"/>
              </a:ext>
            </a:extLst>
          </p:cNvPr>
          <p:cNvSpPr txBox="1">
            <a:spLocks/>
          </p:cNvSpPr>
          <p:nvPr/>
        </p:nvSpPr>
        <p:spPr>
          <a:xfrm>
            <a:off x="8059135" y="208724"/>
            <a:ext cx="1485900" cy="403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dirty="0"/>
              <a:t>Modo claro</a:t>
            </a:r>
          </a:p>
        </p:txBody>
      </p:sp>
    </p:spTree>
    <p:extLst>
      <p:ext uri="{BB962C8B-B14F-4D97-AF65-F5344CB8AC3E}">
        <p14:creationId xmlns:p14="http://schemas.microsoft.com/office/powerpoint/2010/main" val="300247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4A0811-4E69-53CE-0B64-6D6965BD5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425" y="120650"/>
            <a:ext cx="10515600" cy="498475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Estado Vacio (Transacciones sin cuenta/banco añadido)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7CCE69-FD79-7694-D006-E63134C36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599" y="657230"/>
            <a:ext cx="2619741" cy="59349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3D29EED-B39E-6786-7D40-C8EFE46AF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189" y="657230"/>
            <a:ext cx="2610214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B4683-52E5-B1FB-3051-9773603C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658" y="133460"/>
            <a:ext cx="2598683" cy="528692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Vincular banco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5C7ABD4-D88A-6387-52BB-4A09E9EC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96" y="0"/>
            <a:ext cx="2117408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5B86610-77D9-5E01-1089-2DE5F7CEB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95" y="0"/>
            <a:ext cx="2117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EE9919-E6F7-8512-39F8-5C28381B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700" y="111125"/>
            <a:ext cx="3333750" cy="622300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Vinculación exitosa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7C204F6-9050-1525-6EBD-DF1495F9F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053" y="0"/>
            <a:ext cx="3026093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822573D-28D3-C553-42DC-0209DF274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5" y="-73025"/>
            <a:ext cx="3026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8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5043C3-90ED-D5D3-B4A9-92DDC5417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689" y="207032"/>
            <a:ext cx="1211317" cy="644306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Home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26C628-8E89-2714-25F9-5A837FC9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78" y="0"/>
            <a:ext cx="2168843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3CE9B7F-FA80-8157-E002-6C6DEF9A2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528" y="0"/>
            <a:ext cx="2168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7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EE388E-D953-286D-FE99-BEACBF197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617" y="122949"/>
            <a:ext cx="4206766" cy="518182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Alertas de transacciones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2456B9D-9C2E-12DA-3408-2FF26F0FA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75" y="0"/>
            <a:ext cx="1761649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B72D880-53FE-4AF3-1638-26E23451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353" y="76200"/>
            <a:ext cx="1770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7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D0BB63-057C-36AB-A149-7C42B63D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97" y="207033"/>
            <a:ext cx="6571593" cy="539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Flujos de verificación OTP (Modo oscuro)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260063E-C083-0B78-A66A-186ADE16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80" y="746235"/>
            <a:ext cx="2387251" cy="54102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C03B7CB-F4CE-4A1B-D776-BF536A728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835" y="746235"/>
            <a:ext cx="2689860" cy="54102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2FF7557-6C86-E68F-3B8F-3FFF64A89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493" y="760524"/>
            <a:ext cx="2484208" cy="541020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EFBA976-0CA3-9A55-DC2F-A901C7943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93" y="746236"/>
            <a:ext cx="2253404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65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1A09D-B254-AF16-39A4-F7C9FBA6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4A96B5-177C-490F-1979-096ECF25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97" y="207033"/>
            <a:ext cx="6571593" cy="539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Flujos de verificación OTP (Modo claro)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0DBB159-0761-4380-EB72-F481ECBC0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185" y="941957"/>
            <a:ext cx="2305044" cy="522389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4F616FD-3666-C0A6-0251-9D9345616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30" y="941957"/>
            <a:ext cx="2335100" cy="522389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7F814FC-A2EB-BF11-3595-4F15421B7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00" y="941957"/>
            <a:ext cx="2265683" cy="513469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352BAD5-1824-CCF2-7CB6-508C6B76C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728" y="941957"/>
            <a:ext cx="2339618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15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B90FD-88F3-378C-340D-05DF56F8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668" y="196521"/>
            <a:ext cx="1169276" cy="675838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Perfil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F46E1D6-00AF-C623-0BF1-CC993D88E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55" y="95250"/>
            <a:ext cx="1551119" cy="452360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5C34DB2-7B50-196F-A144-5126058FB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546" y="0"/>
            <a:ext cx="2327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00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13032-8962-2CC6-91B3-BA5837A2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001" y="147550"/>
            <a:ext cx="2527998" cy="495544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Configuración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DD213D-B744-B7F6-737A-6349935C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722" y="0"/>
            <a:ext cx="2300692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6475342-1CF2-C9DB-4A7A-0DBEABFEE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24" y="0"/>
            <a:ext cx="2293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C3F996-B83D-7BEB-7D78-158002E7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18" y="-22838"/>
            <a:ext cx="2722057" cy="555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Verificación KYC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B82D9F-84F6-DC65-7A64-D0ED950A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49" y="532996"/>
            <a:ext cx="2362530" cy="57920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745119-0AAA-6994-94A4-979A56D1A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931" y="180043"/>
            <a:ext cx="2305372" cy="66779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FB3B9BE-E540-F9FB-B282-EBA8A6314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338" y="311508"/>
            <a:ext cx="2361724" cy="65236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0F4DCD3-2151-E1B6-C5BF-2538DC5DE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243" y="311508"/>
            <a:ext cx="2738914" cy="64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6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BFDAE6-F8A3-6F9E-2E86-B47DF2A03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127454"/>
            <a:ext cx="5257800" cy="6060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O" dirty="0"/>
              <a:t>Centro de alertas(Notificaciones)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42D708-29AB-487D-D127-2031AB6E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33" y="0"/>
            <a:ext cx="2271713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592FDD-4508-4145-8655-8329E5914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028" y="0"/>
            <a:ext cx="2293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11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F05FEB-46A3-09DB-C811-EEC246F1F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732" y="152273"/>
            <a:ext cx="2764536" cy="707263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Seguridad RASP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C322DAF-0B3E-787C-7FC3-B0B6B49D4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25" y="0"/>
            <a:ext cx="1478756" cy="6858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2CF453D-0B97-6A47-1CF8-6C1F18840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235" y="0"/>
            <a:ext cx="1487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76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9ADEC4-DDA6-1DC8-417D-5826C6805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944" y="106553"/>
            <a:ext cx="3285744" cy="5060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CO"/>
              <a:t>Estados de error (Modo oscuro)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D20DB6-43DA-0C53-E630-AD91F3411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89" y="612648"/>
            <a:ext cx="2753109" cy="58777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AD326A-3C74-28AA-06E6-AEAB30E3C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544" y="612648"/>
            <a:ext cx="2714701" cy="5904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3DFE358-E770-BF20-C441-D10EB0A4E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891" y="606723"/>
            <a:ext cx="2734057" cy="59158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FAAB58C-65A6-1253-B808-B63179F9B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5594" y="588831"/>
            <a:ext cx="2686425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4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C3C49-CBD6-DA1B-352B-397B0CE1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C822C-C5BB-F647-1AC9-32E380CFB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944" y="106553"/>
            <a:ext cx="3285744" cy="5060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CO" dirty="0"/>
              <a:t>Estados de error (Modo claro)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E8BFC-D2EA-70B7-9FA8-0605CB4D9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06" y="612648"/>
            <a:ext cx="2762636" cy="58872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4C1BF5-F461-4264-531D-7486F4BB6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65" y="622175"/>
            <a:ext cx="2705478" cy="58777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E95F3B-DD74-A514-36A5-D837C4564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159" y="612648"/>
            <a:ext cx="2734057" cy="587774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7976404-F0B9-310D-980F-B214069F1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532" y="622175"/>
            <a:ext cx="2715004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24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B14AC-0B31-22EB-0B57-071D96F3D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384" y="115697"/>
            <a:ext cx="3761232" cy="588391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Recuperar contraseña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B9867B-60D4-88EE-41D0-7DEA6C9B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147" y="0"/>
            <a:ext cx="3030682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03B10E-844A-C414-FBDA-BAE3E771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71" y="0"/>
            <a:ext cx="3035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211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72</Words>
  <Application>Microsoft Office PowerPoint</Application>
  <PresentationFormat>Panorámica</PresentationFormat>
  <Paragraphs>20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Andres Daza Solarte</dc:creator>
  <cp:lastModifiedBy>Juan Navas</cp:lastModifiedBy>
  <cp:revision>2</cp:revision>
  <dcterms:created xsi:type="dcterms:W3CDTF">2026-04-26T23:39:05Z</dcterms:created>
  <dcterms:modified xsi:type="dcterms:W3CDTF">2026-04-28T01:06:54Z</dcterms:modified>
</cp:coreProperties>
</file>