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6C47FF"/>
          </a:solidFill>
          <a:ln w="12700">
            <a:solidFill>
              <a:srgbClr val="6C4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0"/>
            <a:ext cx="365760" cy="6858000"/>
          </a:xfrm>
          <a:prstGeom prst="rect">
            <a:avLst/>
          </a:prstGeom>
          <a:solidFill>
            <a:srgbClr val="EDE9FF"/>
          </a:solidFill>
          <a:ln w="12700">
            <a:solidFill>
              <a:srgbClr val="EDE9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144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🏛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Pórtico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· Powered by Antigravity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3017520"/>
            <a:ext cx="2651760" cy="365760"/>
          </a:xfrm>
          <a:prstGeom prst="roundRect">
            <a:avLst>
              <a:gd name="adj" fmla="val 37500"/>
            </a:avLst>
          </a:prstGeom>
          <a:solidFill>
            <a:srgbClr val="4A2FB8"/>
          </a:solidFill>
          <a:ln w="12700">
            <a:solidFill>
              <a:srgbClr val="4A2F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017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Diseñado con Google Stitch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0" y="109728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0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Servicios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0D0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· Backend NestJS · Diseños Stitch Premium · Modos Oscuro &amp; Claro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3429000"/>
            <a:ext cx="1444752" cy="347472"/>
          </a:xfrm>
          <a:prstGeom prst="roundRect">
            <a:avLst>
              <a:gd name="adj" fmla="val 39474"/>
            </a:avLst>
          </a:prstGeom>
          <a:solidFill>
            <a:srgbClr val="6C47FF"/>
          </a:solidFill>
          <a:ln w="12700">
            <a:solidFill>
              <a:srgbClr val="6C4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3429000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🪪 KYC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3429000"/>
            <a:ext cx="1444752" cy="347472"/>
          </a:xfrm>
          <a:prstGeom prst="roundRect">
            <a:avLst>
              <a:gd name="adj" fmla="val 3947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3429000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Open Banking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589520" y="3429000"/>
            <a:ext cx="1444752" cy="347472"/>
          </a:xfrm>
          <a:prstGeom prst="roundRect">
            <a:avLst>
              <a:gd name="adj" fmla="val 39474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0" y="3429000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OTP / MFA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98280" y="3429000"/>
            <a:ext cx="1444752" cy="347472"/>
          </a:xfrm>
          <a:prstGeom prst="roundRect">
            <a:avLst>
              <a:gd name="adj" fmla="val 39474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3429000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Notificaciones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607040" y="3429000"/>
            <a:ext cx="1444752" cy="347472"/>
          </a:xfrm>
          <a:prstGeom prst="roundRect">
            <a:avLst>
              <a:gd name="adj" fmla="val 39474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07040" y="3429000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RASP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59893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Run  ·  Firestore Native  ·  NestJS  ·  Next.js 16  ·  Tailwind CSS v4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6C47FF"/>
          </a:solidFill>
          <a:ln w="12700">
            <a:solidFill>
              <a:srgbClr val="6C4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4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Arquitectura General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515600" y="14630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4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Pórtico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0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la Plataforma Pórtico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· Google Cloud Run · Cloud Firestore · Antigravity APIs · Next.js 16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389888"/>
            <a:ext cx="1554480" cy="1005840"/>
          </a:xfrm>
          <a:prstGeom prst="roundRect">
            <a:avLst>
              <a:gd name="adj" fmla="val 10909"/>
            </a:avLst>
          </a:prstGeom>
          <a:solidFill>
            <a:srgbClr val="EDE9FF"/>
          </a:solidFill>
          <a:ln w="12700">
            <a:solidFill>
              <a:srgbClr val="EDE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89888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2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App Móvil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4A2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(Next.js 16)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847088" y="1664208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4640" y="1389888"/>
            <a:ext cx="1554480" cy="1005840"/>
          </a:xfrm>
          <a:prstGeom prst="roundRect">
            <a:avLst>
              <a:gd name="adj" fmla="val 10909"/>
            </a:avLst>
          </a:prstGeom>
          <a:solidFill>
            <a:srgbClr val="6C47FF"/>
          </a:solidFill>
          <a:ln w="12700">
            <a:solidFill>
              <a:srgbClr val="6C4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1389888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NestJS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07408" y="1664208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394960" y="1389888"/>
            <a:ext cx="1554480" cy="1005840"/>
          </a:xfrm>
          <a:prstGeom prst="roundRect">
            <a:avLst>
              <a:gd name="adj" fmla="val 1090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1389888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Cloud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967728" y="1664208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955280" y="1389888"/>
            <a:ext cx="1554480" cy="1005840"/>
          </a:xfrm>
          <a:prstGeom prst="roundRect">
            <a:avLst>
              <a:gd name="adj" fmla="val 10909"/>
            </a:avLst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1389888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Google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528048" y="1664208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515600" y="1389888"/>
            <a:ext cx="1554480" cy="1005840"/>
          </a:xfrm>
          <a:prstGeom prst="roundRect">
            <a:avLst>
              <a:gd name="adj" fmla="val 10909"/>
            </a:avLst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0" y="1389888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Antigravity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9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06040"/>
          <a:ext cx="11640312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463040"/>
                <a:gridCol w="1691640"/>
                <a:gridCol w="3200400"/>
                <a:gridCol w="246888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 NestJS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Colecciones Firestore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 Principal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🪪 KYC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KycModule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consentimiento_biometrico · proceso_kyc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/api/kyc/consentimiento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🏦 Open Banking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BankingModule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transacciones_raw · alertas_transacciones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/api/banking/webhook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🔐 OTP / MFA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OtpModule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autenticacion · verificaciones_otp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/api/otp/trigger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🔔 Notificaciones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NotificacionesModule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notificaciones_config · notificaciones_enviadas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/api/notificaciones/enviar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🛡️ RASP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RaspModule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alertas_rasp · seguridad_dispositivo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/api/rasp/webhook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274320" y="6291072"/>
            <a:ext cx="11640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4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https://portico-backend-910308527640.us-central1.run.app  |  DB: portico-native (us-south1)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6C47FF"/>
          </a:solidFill>
          <a:ln w="12700">
            <a:solidFill>
              <a:srgbClr val="6C4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4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Sistema de Diseño — Google Stitch Premium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515600" y="14630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4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Pórtico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0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· Pórtico Premium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 · Tipografía Inter · Componentes · Dark &amp; Light mode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6C47FF"/>
          </a:solidFill>
          <a:ln w="12700">
            <a:solidFill>
              <a:srgbClr val="6C4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25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Purple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#6C47FF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82112" y="132588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EDE9FF"/>
          </a:solidFill>
          <a:ln w="12700">
            <a:solidFill>
              <a:srgbClr val="EDE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82112" y="1325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4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Light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C4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#EDE9FF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89904" y="132588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0D0B26"/>
          </a:solidFill>
          <a:ln w="12700">
            <a:solidFill>
              <a:srgbClr val="0D0B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9904" y="1325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#0D0B26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97696" y="132588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97696" y="1325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 App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0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#F4F5FA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0312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1031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#00C48C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82112" y="210312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FF8E3C"/>
          </a:solidFill>
          <a:ln w="12700">
            <a:solidFill>
              <a:srgbClr val="FF8E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82112" y="21031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#FF8E3C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9904" y="210312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9904" y="21031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#FF3B3B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997696" y="210312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97696" y="21031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Timer/Info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#F59E0B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1752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0A0B1E"/>
          </a:solidFill>
          <a:ln w="12700">
            <a:solidFill>
              <a:srgbClr val="1E20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0906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Dark Mode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42900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BG: #0A0B1E  ·  Surface: #0F1022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Border: #1E2040  ·  Purple: #7B5EA7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primary: #FFFFFF  ·  Secondary: #6B7280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80760" y="3017520"/>
            <a:ext cx="5833872" cy="1371600"/>
          </a:xfrm>
          <a:prstGeom prst="roundRect">
            <a:avLst>
              <a:gd name="adj" fmla="val 8000"/>
            </a:avLst>
          </a:prstGeom>
          <a:solidFill>
            <a:srgbClr val="EDE9FF"/>
          </a:solidFill>
          <a:ln w="12700">
            <a:solidFill>
              <a:srgbClr val="6C47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0906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2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Tipografía: Inter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34290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2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32px / Bold 700  →  Saldos y héros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2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24px  ·  H2: 20px  ·  H3: 16px  /  SemiBold 600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2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Body: 14px / Regular 400  ·  Caption: 12px / Regular 400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74320" y="4526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Componentes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864608"/>
          <a:ext cx="1164031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628632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Especificación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Botones CTA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 999px · Gradiente purple → violet · Never flat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20px radius · 0 4px 24px rgba(108,71,255,0.08) shadow · 20px padding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14px radius · 2px border focus: #6C47FF · 12px padding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Mobile-first 390×844px · Bottom nav 80px · Safe area insets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 28"/>
          <p:cNvSpPr/>
          <p:nvPr/>
        </p:nvSpPr>
        <p:spPr>
          <a:xfrm>
            <a:off x="274320" y="6291072"/>
            <a:ext cx="11640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Iconos: Lucide React (outline, 20–24px)  ·  Moneda: $4.850.000 (separador de miles = punto, sin decimales, prefijo $)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6C47FF"/>
          </a:solidFill>
          <a:ln w="12700">
            <a:solidFill>
              <a:srgbClr val="6C4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4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Diseños Stitch — Home Dashboard &amp; Canvas General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515600" y="14630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4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Pórtico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0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1: Inicio / Dashboard  ·  Vista General del Canvas</a:t>
            </a:r>
            <a:endParaRPr lang="en-US" sz="2400" dirty="0"/>
          </a:p>
        </p:txBody>
      </p:sp>
      <p:pic>
        <p:nvPicPr>
          <p:cNvPr id="6" name="Image 0" descr="C:\Users\juann\.gemini\antigravity\brain\e25dd888-ee28-43b1-bded-bc251c8bc78b\stitch_canvas_overview_177653319131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051560"/>
            <a:ext cx="5303520" cy="4937760"/>
          </a:xfrm>
          <a:prstGeom prst="rect">
            <a:avLst/>
          </a:prstGeom>
        </p:spPr>
      </p:pic>
      <p:pic>
        <p:nvPicPr>
          <p:cNvPr id="7" name="Image 1" descr="C:\Users\juann\.gemini\antigravity\brain\e25dd888-ee28-43b1-bded-bc251c8bc78b\home_dark_mode_1776533250000_1776533258355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60720" y="1051560"/>
            <a:ext cx="6217920" cy="49377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82880" y="6035040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EDE9FF"/>
          </a:solidFill>
          <a:ln w="12700">
            <a:solidFill>
              <a:srgbClr val="6C47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20040" y="608076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2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Canvas completo: 7 sets de pantallas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2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+ Light mode · Design System · Prototipo interactivo creado en Stitch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5760720" y="6035040"/>
            <a:ext cx="6217920" cy="685800"/>
          </a:xfrm>
          <a:prstGeom prst="roundRect">
            <a:avLst>
              <a:gd name="adj" fmla="val 10667"/>
            </a:avLst>
          </a:prstGeom>
          <a:solidFill>
            <a:srgbClr val="0A0B1E"/>
          </a:solidFill>
          <a:ln w="12700">
            <a:solidFill>
              <a:srgbClr val="6C47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897880" y="608076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Home Dark Mode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4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Saldo $4.850.000 · Accesos rápidos · Score RASP · Actividad reciente con chips riesgo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6C47FF"/>
          </a:solidFill>
          <a:ln w="12700">
            <a:solidFill>
              <a:srgbClr val="6C4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4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Diseños Stitch — OTP Verificación &amp; Alertas de Transacciones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515600" y="14630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4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Pórtico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0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3: OTP / MFA  ·  Pantalla 4: Alertas de Transacciones</a:t>
            </a:r>
            <a:endParaRPr lang="en-US" sz="2400" dirty="0"/>
          </a:p>
        </p:txBody>
      </p:sp>
      <p:pic>
        <p:nvPicPr>
          <p:cNvPr id="6" name="Image 0" descr="C:\Users\juann\.gemini\antigravity\brain\e25dd888-ee28-43b1-bded-bc251c8bc78b\otp_dark_mode_177653322976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051560"/>
            <a:ext cx="5760720" cy="4937760"/>
          </a:xfrm>
          <a:prstGeom prst="rect">
            <a:avLst/>
          </a:prstGeom>
        </p:spPr>
      </p:pic>
      <p:pic>
        <p:nvPicPr>
          <p:cNvPr id="7" name="Image 1" descr="C:\Users\juann\.gemini\antigravity\brain\e25dd888-ee28-43b1-bded-bc251c8bc78b\transaction_alerts_177653323869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051560"/>
            <a:ext cx="5760720" cy="49377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82880" y="6035040"/>
            <a:ext cx="5760720" cy="685800"/>
          </a:xfrm>
          <a:prstGeom prst="roundRect">
            <a:avLst>
              <a:gd name="adj" fmla="val 10667"/>
            </a:avLst>
          </a:prstGeom>
          <a:solidFill>
            <a:srgbClr val="FFF9E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20040" y="608076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OTP Dark · 3 estados: ① Código enviado + countdown ALTO  ② ¡Todo en orden! ✓  ③ Incorrecto → shake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HTTP 200 para valido:true Y valido:false — frontend lee response.data.valido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6217920" y="6035040"/>
            <a:ext cx="5760720" cy="685800"/>
          </a:xfrm>
          <a:prstGeom prst="roundRect">
            <a:avLst>
              <a:gd name="adj" fmla="val 10667"/>
            </a:avLst>
          </a:prstGeom>
          <a:solidFill>
            <a:srgbClr val="FFF0F0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355080" y="608076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Transacciones · Score de riesgo en tiempo real (Firestore)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&gt;80 Movimiento inusual $5.2M · 🟠 60-80 Mercado Libre $850k · ✅ &lt;60 Netflix verificado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6C47FF"/>
          </a:solidFill>
          <a:ln w="12700">
            <a:solidFill>
              <a:srgbClr val="6C4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4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Diseños Stitch — KYC Verificación &amp; Notificaciones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515600" y="14630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4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Pórtico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0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2: KYC  ·  Pantalla 5: Notificaciones &amp; Configuración</a:t>
            </a:r>
            <a:endParaRPr lang="en-US" sz="2400" dirty="0"/>
          </a:p>
        </p:txBody>
      </p:sp>
      <p:pic>
        <p:nvPicPr>
          <p:cNvPr id="6" name="Image 0" descr="C:\Users\juann\.gemini\antigravity\brain\e25dd888-ee28-43b1-bded-bc251c8bc78b\kyc_verification_dark_177653328452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051560"/>
            <a:ext cx="5760720" cy="4937760"/>
          </a:xfrm>
          <a:prstGeom prst="rect">
            <a:avLst/>
          </a:prstGeom>
        </p:spPr>
      </p:pic>
      <p:pic>
        <p:nvPicPr>
          <p:cNvPr id="7" name="Image 1" descr="C:\Users\juann\.gemini\antigravity\brain\e25dd888-ee28-43b1-bded-bc251c8bc78b\notifications_dark_mode_1776533290000_1776533294980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051560"/>
            <a:ext cx="5760720" cy="49377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82880" y="6035040"/>
            <a:ext cx="5760720" cy="685800"/>
          </a:xfrm>
          <a:prstGeom prst="roundRect">
            <a:avLst>
              <a:gd name="adj" fmla="val 10667"/>
            </a:avLst>
          </a:prstGeom>
          <a:solidFill>
            <a:srgbClr val="EDE9FF"/>
          </a:solidFill>
          <a:ln w="12700">
            <a:solidFill>
              <a:srgbClr val="6C47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20040" y="608076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2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🪪 KYC · Flujo de 3 pasos: Consentimiento → Verificación Facial → Resultado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2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Estados: APROBADO ✅ · RECHAZADO ⚠️ (con contador intentos) · REVISIÓN ⏳ · BLOQUEADO 🔒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6217920" y="6035040"/>
            <a:ext cx="5760720" cy="685800"/>
          </a:xfrm>
          <a:prstGeom prst="roundRect">
            <a:avLst>
              <a:gd name="adj" fmla="val 10667"/>
            </a:avLst>
          </a:prstGeom>
          <a:solidFill>
            <a:srgbClr val="FFF7ED"/>
          </a:solidFill>
          <a:ln w="12700">
            <a:solidFill>
              <a:srgbClr val="FF8E3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355080" y="608076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Notificaciones · Toggles por canal: Push · WhatsApp · SMS · Email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Urgencia: 🔴 INMEDIATA (modal) · 🟠 ALTA · ⬜ INFORMATIVA · «✓ Preferencias guardadas»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6C47FF"/>
          </a:solidFill>
          <a:ln w="12700">
            <a:solidFill>
              <a:srgbClr val="6C4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4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Diseños Stitch — RASP Seguridad &amp; Estados de Error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515600" y="14630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4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Pórtico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0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6: RASP / Seguridad  ·  Pantalla 7: Estados de Error (4 variantes)</a:t>
            </a:r>
            <a:endParaRPr lang="en-US" sz="2400" dirty="0"/>
          </a:p>
        </p:txBody>
      </p:sp>
      <p:pic>
        <p:nvPicPr>
          <p:cNvPr id="6" name="Image 0" descr="C:\Users\juann\.gemini\antigravity\brain\e25dd888-ee28-43b1-bded-bc251c8bc78b\home_light_mode_177653326757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051560"/>
            <a:ext cx="5760720" cy="4937760"/>
          </a:xfrm>
          <a:prstGeom prst="rect">
            <a:avLst/>
          </a:prstGeom>
        </p:spPr>
      </p:pic>
      <p:pic>
        <p:nvPicPr>
          <p:cNvPr id="7" name="Image 1" descr="C:\Users\juann\.gemini\antigravity\brain\e25dd888-ee28-43b1-bded-bc251c8bc78b\error_states_dark_mode_1776533300000_1776533304116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051560"/>
            <a:ext cx="5760720" cy="49377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82880" y="6035040"/>
            <a:ext cx="5760720" cy="685800"/>
          </a:xfrm>
          <a:prstGeom prst="roundRect">
            <a:avLst>
              <a:gd name="adj" fmla="val 10667"/>
            </a:avLst>
          </a:prstGeom>
          <a:solidFill>
            <a:srgbClr val="F0FDF4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20040" y="608076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RASP · Dashboard Light Mode  →  Gauge circular 0-100 · Chips Protección activa / Dispositivo analizado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crítico: «Tu cuenta bloqueada · 01:45:22» + Hablar con soporte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6217920" y="6035040"/>
            <a:ext cx="5760720" cy="685800"/>
          </a:xfrm>
          <a:prstGeom prst="roundRect">
            <a:avLst>
              <a:gd name="adj" fmla="val 10667"/>
            </a:avLst>
          </a:prstGeom>
          <a:solidFill>
            <a:srgbClr val="0A0B1E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355080" y="608076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Error States Dark · 4 pantallas: ① Algo salió mal  ② Sin conexión  ③ Cuenta bloqueada 🔒  ④ Demasiados intentos ⊗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se expone el código HTTP al usuario. Icons 96px. Countdown como héroe visual.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6C47FF"/>
          </a:solidFill>
          <a:ln w="12700">
            <a:solidFill>
              <a:srgbClr val="6C4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4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🪪  Servicio 01 — KYC · Verificación de Identidad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515600" y="14630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4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Pórtico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0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HTTP &amp; Lógica Frontend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9875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4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/api/kyc/consentimiento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25880"/>
          <a:ext cx="11548872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1417320"/>
                <a:gridCol w="4206240"/>
                <a:gridCol w="5266944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 ocurre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Mensaje al usuario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CREATED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Consentimiento guardado en Firestore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Navegar a captura biométrica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BAD_REQUEST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Faltan uid, version, proposito, dispositivo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Validación inline en formulario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SERVER_ERROR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de escritura en Firestore / IAM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«Error interno. Inténtalo más tarde.»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29077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/api/kyc/webhook  (interno — Antigravity IDV → Backend)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246120"/>
          <a:ext cx="11548872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1417320"/>
                <a:gridCol w="9473184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 ocurre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Webhook IDV procesado · proceso_kyc actualizado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BAD_REQUEST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Payload mal formado o campos faltantes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SERVER_ERROR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Firestore al actualizar proceso_kyc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320040" y="4434840"/>
            <a:ext cx="11548872" cy="1691640"/>
          </a:xfrm>
          <a:prstGeom prst="roundRect">
            <a:avLst>
              <a:gd name="adj" fmla="val 5405"/>
            </a:avLst>
          </a:prstGeom>
          <a:solidFill>
            <a:srgbClr val="EDE9FF"/>
          </a:solidFill>
          <a:ln w="12700">
            <a:solidFill>
              <a:srgbClr val="6C47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02920" y="4526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2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Frontend Logic — PantallaEstadoKYC (Firestore real-time listener)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02920" y="4864608"/>
            <a:ext cx="111556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2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APROBADO ✅        →  Banner verde + «Cuenta verificada ✓» chip + desbloquear flujo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2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RECHAZADO (&lt; 3)  →  Banner naranja + contador «Intento N de 3» + botón «Reintentar»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2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RECHAZADO (≥ 3)  →  Pantalla bloqueada «Revisión manual» + countdown 24h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2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REVISION ⏳         →  Skeleton loader + «Tu identidad está siendo verificada…»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6C47FF"/>
          </a:solidFill>
          <a:ln w="12700">
            <a:solidFill>
              <a:srgbClr val="6C4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4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Servicio 02 — Open Banking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515600" y="14630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4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Pórtico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0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HTTP &amp; Score de Riesgo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987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/api/banking/webhook  (interno)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25880"/>
          <a:ext cx="11548872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1417320"/>
                <a:gridCol w="9473184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 ocurre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= α(Amt)+β(Loc)+γ(Vel)+δ(Dev) calculado y persistido en transacciones_raw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BAD_REQUEST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Faltan userId, idTransaccion, monto, comercio o fechaHora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SERVER_ERROR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calculando historial o escribiendo en Firestore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28163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/api/banking/link</a:t>
            </a:r>
            <a:endParaRPr lang="en-US" sz="13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154680"/>
          <a:ext cx="11548872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1417320"/>
                <a:gridCol w="4206240"/>
                <a:gridCol w="5266944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 ocurre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Mensaje al usuario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CREATED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Recurrent Link creado · linkId en Firestore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🎉 Animación confetti + «¡Cuenta vinculada!»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BAD_REQUEST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Faltan userId o authCode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Validación inline en formulario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🌐 BAD_GATEWAY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Antigravity Banking no disponible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«No pudimos conectar con tu banco. Inténtalo en unos minutos.»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SERVER_ERROR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de escritura en Firestore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«Error interno. Inténtalo más tarde.»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320040" y="4919472"/>
            <a:ext cx="11548872" cy="1691640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02920" y="501091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Frontend Logic — Score de Riesgo (Firestore real-time on alertas_transacciones)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02920" y="5358384"/>
            <a:ext cx="111556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 &gt; 80  🔴  «Movimiento inusual detectado»   → Card roja · Botones: Sí fui yo · Reportar · Bloquear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 60–80 🟠  «Compra en ubicación diferente»  → Card naranja · Botones: Confirmar · Reportar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 &lt; 60  ✅  Transacción verificada            → Card verde · Sin botones de acción requeridos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6C47FF"/>
          </a:solidFill>
          <a:ln w="12700">
            <a:solidFill>
              <a:srgbClr val="6C4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4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Servicio 03 — OTP / Autenticación MFA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515600" y="14630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4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Pórtico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0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HTTP &amp; La Regla del valido:true/false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9875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/api/otp/trigger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25880"/>
          <a:ext cx="11548872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1417320"/>
                <a:gridCol w="5029200"/>
                <a:gridCol w="4443984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 ocurre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 Frontend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CREATED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OTP solicitado · otpId retornado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Iniciar countdown 5 min · Mostrar cajas OTP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BAD_REQUEST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Faltan uid, nivelRiesgo o motivo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Validación inline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SERVER_ERROR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leyendo config usuario en Firestore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«No pudimos iniciar la verificación.»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290779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/api/otp/verificar</a:t>
            </a:r>
            <a:endParaRPr lang="en-US" sz="13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246120"/>
          <a:ext cx="11548872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691640"/>
                <a:gridCol w="3749040"/>
                <a:gridCol w="5148072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HTTP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response.data.valido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 ocurre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 Frontend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correcto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Navegar al flujo protegido + checkmark animado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(intentos &gt; 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incorrecto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Shake animation + «Quedan N intentos»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(intentos = 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Intentos agotados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🔒 «Cuenta bloqueada 30 minutos» + countdown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Faltan uid, otpId o codigo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Validación inline en formulario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Firestore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«Error al verificar. Inténtalo de nuevo.»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320040" y="5715000"/>
            <a:ext cx="11548872" cy="594360"/>
          </a:xfrm>
          <a:prstGeom prst="roundRect">
            <a:avLst>
              <a:gd name="adj" fmla="val 12308"/>
            </a:avLst>
          </a:prstGeom>
          <a:solidFill>
            <a:srgbClr val="FFF9E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02920" y="578815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REGLA CRÍTICA: El endpoint /otp/verificar SIEMPRE retorna HTTP 200. El frontend DEBE leer response.data.valido — nunca tomar decisiones basadas en el statusCode HTTP para este endpoint.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6C47FF"/>
          </a:solidFill>
          <a:ln w="12700">
            <a:solidFill>
              <a:srgbClr val="6C4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4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🔔🛡️  Servicios 04 &amp; 05 — Notificaciones &amp; RASP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515600" y="14630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4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Pórtico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0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HTTP &amp; Lógica de Seguridad en Tiempo Real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98755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/api/notificaciones/enviar  ·  PUT /api/notificaciones/config/:userId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25880"/>
          <a:ext cx="11548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3474720"/>
                <a:gridCol w="5330952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 Frontend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enviado:true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Notificación enviada a canalesUsados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en feed con urgencia INMEDIATA/ALTA/INFO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enviado:false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Omitida por permisos desactivados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interno — NO mostrar al usuario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actualizado:true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Prefs guardadas en Firestore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«✓ Preferencias guardadas» texto verde suave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Firestore al guardar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«No se pudo guardar» + revertir toggle a estado previo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3127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/api/rasp/webhook  (interno — Antigravity Shield SDK → Backend)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65576"/>
          <a:ext cx="115488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011680"/>
                <a:gridCol w="1828800"/>
                <a:gridCol w="6428232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Severidad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 Backend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accionTomada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CRÍTICA 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−50pts · Sesiones revocadas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BLOQUEO_TEMPORAL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 bloqueante «Cuenta bloqueada · HH:MM:SS»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−20pts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SCORE_DEGRADADO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Banner naranja persistente + «Ver detalles»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−10pts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ADVERTENCIA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 en centro de notificaciones sin bloquear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 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−5pts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silencioso en historial de eventos de seguridad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320040" y="5285232"/>
            <a:ext cx="11548872" cy="1417320"/>
          </a:xfrm>
          <a:prstGeom prst="roundRect">
            <a:avLst>
              <a:gd name="adj" fmla="val 6452"/>
            </a:avLst>
          </a:prstGeom>
          <a:solidFill>
            <a:srgbClr val="FEF2F2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02920" y="5376672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PantallaSeguridad — nivelSeguridadCuenta en tiempo real (Firestore listener en seguridad_dispositivo)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02920" y="5696712"/>
            <a:ext cx="11155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Gauge circular 0–100 con gradiente green→orange→red · Colecciones: alertas_rasp + seguridad_dispositivo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BLOQUEADO_SEGURIDAD → redirect a /recuperacion · bloqueoTemporalHasta → countdown MM:SS automático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6C47FF"/>
          </a:solidFill>
          <a:ln w="12700">
            <a:solidFill>
              <a:srgbClr val="6C4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4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Mapa de Pantallas — 9 Screens · Rutas Next.js App Router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515600" y="14630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4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Pórtico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0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Pantallas por Servicio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1164031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377440"/>
                <a:gridCol w="3931920"/>
                <a:gridCol w="3685032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Pantalla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Estados Cubiertos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Ruta Next.js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🪪 KYC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PantallaConsentimientoKYC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Consent · Verificación facial · Error N de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/kyc/consentimiento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🪪 KYC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PantallaEstadoKYC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APROBADO / RECHAZADO / REVISION / BLOQUEADO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/kyc/estado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🏦 Banking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PantallaVincularBanco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confetti / 400 form / 502 "Sin conexión" / 500 modal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/banking/vincular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🏦 Banking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PantallaTransacciones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&gt;80 🔴 / 60-80 🟠 / &lt;60 ✅ (Firestore RT)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/banking/transacciones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🔐 OTP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PantallaVerificacionMFA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CRITICO→Biometría / ALTO→OTP 6dig / MEDIO→PIN 4dig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/auth/verificar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🔐 OTP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PantallaIngresarOTP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valido:true / valido:false / intentos=0 (bloqueado)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/auth/otp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🔔 Notificaciones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PantallaAlertas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INMEDIATA 🔴 / ALTA 🟠 / INFORMATIVA + unread badge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/notificaciones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🔔 Notificaciones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PantallaConfigNotif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Toggles Push/WA/SMS/Email · 500→rollback toggle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/notificaciones/config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🛡️ RASP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PantallaSeguridad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Gauge 0-100 · CRÍTICA modal · ALTA banner · MEDIA notif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/seguridad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4919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Estados de Error Globales (componente &lt;ErrorScreen type="..."&gt;)</a:t>
            </a:r>
            <a:endParaRPr lang="en-US" sz="12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248656"/>
          <a:ext cx="1164031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3291840"/>
                <a:gridCol w="5788152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HTTP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Título usuario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7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"server"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 salió mal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Reintentar + Contactar soporte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"offline"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error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conexión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Reintentar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"blocked"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 CRÍTICA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Cuenta bloqueada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Hablar con soporte + countdown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"rateLimit"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+ 0 intentos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Demasiados intentos fallidos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0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Verificar más tarde + countdown 30min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6C47FF"/>
          </a:solidFill>
          <a:ln w="12700">
            <a:solidFill>
              <a:srgbClr val="6C4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4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Infraestructura Desplegada &amp; Próximos Pasos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515600" y="14630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4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Pórtico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0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· Firestore · Frontend Pendiente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Backend Desplegado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 Run: portico-backend-00004-rf4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Región: us-central1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Imagen: Artifact Registry✓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Estado: 100% tráfico activo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Build: npm run build → Exit 0 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Firestore: portico-native (us-south1)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Permisos: datastore.user 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módulos NestJS funcionando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URL: portico-backend-910308527640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.us-central1.run.app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0" y="960120"/>
            <a:ext cx="5971032" cy="3291840"/>
          </a:xfrm>
          <a:prstGeom prst="roundRect">
            <a:avLst>
              <a:gd name="adj" fmla="val 3333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051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12 Colecciones Firestore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0" y="1389888"/>
            <a:ext cx="5577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consentimiento_biometrico  (KYC)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proceso_kyc  (KYC)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transacciones_raw  (Banking)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alertas_transacciones  (Banking)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config_monitoreo  (Banking)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cuentas_bancarias  (Banking)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autenticacion  (OTP · RASP)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verificaciones_otp  (OTP)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notificaciones_config  (Notif.)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notificaciones_enviadas  (Notif.)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alertas_rasp  (RASP)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seguridad_dispositivo  (RASP)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4407408"/>
            <a:ext cx="11640312" cy="2286000"/>
          </a:xfrm>
          <a:prstGeom prst="roundRect">
            <a:avLst>
              <a:gd name="adj" fmla="val 4800"/>
            </a:avLst>
          </a:prstGeom>
          <a:solidFill>
            <a:srgbClr val="FFF9E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4988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Próximos Pasos — Frontend &amp; Producción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4846320"/>
            <a:ext cx="1129284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🔑 API Keys Antigravity   →  Registrarse en panel y reemplazar REEMPLAZAR en env vars de Cloud Run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📱 Frontend Next.js 16   →  Implementar 9 screens usando diseños Stitch + Firestore listeners real-time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📊 Firestore Indexes      →  Crear índices compuestos (userId + fechaHora) en transacciones_raw y verificaciones_otp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🧪 Pruebas E2E            →  Flujo completo: KYC → Vinculación → Transacción → Alerta RASP → OTP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🚀 MCP Stitch conectado →  VS Code Copilot Agent puede usar los 12 tools Stitch para generar código desde diseños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2026-04-18T17:35:37Z</dcterms:created>
  <dcterms:modified xsi:type="dcterms:W3CDTF">2026-04-18T17:35:37Z</dcterms:modified>
</cp:coreProperties>
</file>