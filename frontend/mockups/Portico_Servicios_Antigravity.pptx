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Navas" userId="f9b9295bda0091bf" providerId="LiveId" clId="{0D2D2847-F52D-42B5-9D77-0E624BE9F117}"/>
    <pc:docChg chg="delSld modSld sldOrd">
      <pc:chgData name="Juan Navas" userId="f9b9295bda0091bf" providerId="LiveId" clId="{0D2D2847-F52D-42B5-9D77-0E624BE9F117}" dt="2026-04-09T01:55:43.441" v="2" actId="47"/>
      <pc:docMkLst>
        <pc:docMk/>
      </pc:docMkLst>
      <pc:sldChg chg="del">
        <pc:chgData name="Juan Navas" userId="f9b9295bda0091bf" providerId="LiveId" clId="{0D2D2847-F52D-42B5-9D77-0E624BE9F117}" dt="2026-04-09T01:55:43.441" v="2" actId="47"/>
        <pc:sldMkLst>
          <pc:docMk/>
          <pc:sldMk cId="0" sldId="257"/>
        </pc:sldMkLst>
      </pc:sldChg>
      <pc:sldChg chg="ord">
        <pc:chgData name="Juan Navas" userId="f9b9295bda0091bf" providerId="LiveId" clId="{0D2D2847-F52D-42B5-9D77-0E624BE9F117}" dt="2026-04-09T01:54:13.501" v="1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59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PÓRTICO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Servicios Antigravity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375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Open Banking · OTP · Notificaciones · RASP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Cloud Run · Firebase: Firestore Native · Revisión: 00008-lsc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[Pórtico][KYC — Webhook IDV]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Resultado Webhook Antigravity IDV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/api/kyc/webhook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userId        :  string 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estado        :  string  — APROBADO | RECHAZADO | REVISION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motivoRechazo :  string? — Razón del rechazo (opcional)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712464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20040" y="38496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recibido y procesado → { received: true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1655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416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 o estado en el payload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690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lectura/escritura en colección proceso_kyc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50566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330952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received : boolean — true si el webhook fue procesado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557784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[Lógica interna] Si RECHAZADO ≥ 3 intentos → bloqueo 24h</a:t>
            </a:r>
            <a:endParaRPr lang="en-US" sz="950" dirty="0"/>
          </a:p>
        </p:txBody>
      </p:sp>
      <p:pic>
        <p:nvPicPr>
          <p:cNvPr id="25" name="Image 0" descr="C:\Users\juann\OneDrive\Escritorio\Pórtico-Workspace\Portico\frontend\mockups\portico_kyc_v2_17756983514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KYC — Estado de Verificación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[Pórtico][Open Banking — Webhook Transacción]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Procesar Nueva Transacción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/api/banking/webhook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userId          :  string 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idTransaccion   :  string  — ID único de la transacción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monto           :  number  — Monto en COP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comercio        :  string  — Nombre del comercio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83133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fechaHora       :  string  — ISO 8601 (ej: "2026-04-09T00:00:00Z")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0873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ubicacion       :  string? — Ubicación geográfica (opcional)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factorDispositivo: number? — 0=confianza, 100=nuevo (opcional)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736592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20040" y="487375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5166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procesada, score calculado → { processed: true, score: N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5440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userId, idTransaccion, monto, comercio o fechaHora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571500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5715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Firestore al leer historial o al guardar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608076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35508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processed :  boolean — true si fue exitoso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601968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score     :  number  — Score de riesgo R=α(A)+β(L)+γ(V)+δ(D) [0-100]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848856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[Lógica interna] Score &gt; umbral → genera alerta en alertas_transacciones</a:t>
            </a:r>
            <a:endParaRPr lang="en-US" sz="950" dirty="0"/>
          </a:p>
        </p:txBody>
      </p:sp>
      <p:pic>
        <p:nvPicPr>
          <p:cNvPr id="30" name="Image 0" descr="C:\Users\juann\OneDrive\Escritorio\Pórtico-Workspace\Portico\frontend\mockups\portico_banking_v2_177569837918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Banking — Alertas de Transacciones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[Pórtico][Open Banking — Recurrent Link]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Crear Vínculo Bancario Recurrente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/api/banking/link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userId   :  string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authCode :  string — OAuth code obtenido del flujo bancario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456432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0040" y="359359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59436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Link creado y guardado → { linkId: "..."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4160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 o authCode en el body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434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conexión con API Antigravity Banking (cuando llave real activa)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4709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escritura en colección cuentas_bancarias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507492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linkId : string — ID del vínculo creado (o "link-simulado-000" en modo demo)</a:t>
            </a:r>
            <a:endParaRPr lang="en-US" sz="950" dirty="0"/>
          </a:p>
        </p:txBody>
      </p:sp>
      <p:pic>
        <p:nvPicPr>
          <p:cNvPr id="25" name="Image 0" descr="C:\Users\juann\OneDrive\Escritorio\Pórtico-Workspace\Portico\frontend\mockups\portico_banking_v2_177569837918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Banking — Vincular Cuenta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[Pórtico][OTP — Trigger Verificación]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Solicitar Verificación MFA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/api/otp/trigger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uid         :  string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nivelRiesgo :  string — CRITICO | ALTO | MEDIO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motivo      :  string — Descripción del motivo de verificación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712464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20040" y="38496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59436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solicitado → { otpId, canal, mensaje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1655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416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uid, nivelRiesgo o motivo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690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 leer configuración del usuario en Firestore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50566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330952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otpId   :  string — ID único del OTP generado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557784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canal   :  string — Canal usado (OTP_SMS, BIOMETRIA, PIN)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5824728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mensaje :  string — Descripción del motivo recibida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071616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[Lógica interna] CRITICO→Biometría · ALTO→OTP · MEDIO→PIN</a:t>
            </a:r>
            <a:endParaRPr lang="en-US" sz="950" dirty="0"/>
          </a:p>
        </p:txBody>
      </p:sp>
      <p:pic>
        <p:nvPicPr>
          <p:cNvPr id="27" name="Image 0" descr="C:\Users\juann\OneDrive\Escritorio\Pórtico-Workspace\Portico\frontend\mockups\portico_otp_v2_177569836486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OTP — Verificación de Seguridad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[Pórtico][OTP — Verificar Código]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Validar Código de Verificación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/api/otp/verificar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uid    :  string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otpId  :  string — ID del OTP obtenido del trigger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codigo :  string — Código ingresado por el usuario (6 dígitos)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[Demo] Usar código 000000 para simular verificación exitosa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968496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0040" y="410565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98264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43982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correcto → { valido: true, mensaje: "Verificación exitosa" 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72584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" y="46725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incorrecto → { valido: false, mensaje: "Quedan N intentos" 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946904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49469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uid, otpId o codigo en el body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5221224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5221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Firestore al actualizar estado de verificación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558698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861304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valido            :  boolean — true=éxito / false=fallo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108192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mensaje           :  string  — Mensaje descriptivo del resultado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NOTA: ambos casos retornan HTTP 200. El frontend debe leer "valido".</a:t>
            </a:r>
            <a:endParaRPr lang="en-US" sz="950" dirty="0"/>
          </a:p>
        </p:txBody>
      </p:sp>
      <p:pic>
        <p:nvPicPr>
          <p:cNvPr id="29" name="Image 0" descr="C:\Users\juann\OneDrive\Escritorio\Pórtico-Workspace\Portico\frontend\mockups\portico_otp_v2_177569836486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OTP — Resultado de Verificación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[Pórtico][Notificaciones — Enviar Alerta]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Enviar Alerta Push Accionable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/api/notificaciones/enviar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userId           :  string 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alertaId         :  string  — ID único de la alerta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monto            :  number  — Monto de la transacción (COP)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comercio         :  string  — Nombre del comercio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83133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nivelUrgencia    :  string  — INMEDIATA | ALTA | INFORMATIVA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0873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colorIndicador   :  string  — ROJO | NARANJA | AMARILLO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forzarTodosCanales: boolean? — true=fuerza todos los canales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736592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20040" y="487375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5166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→ { enviado: true, canalesUsados: ["PUSH","SMS",...]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440680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5440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Omitida (permisos OFF) → { enviado: false, canalesUsados: [] 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5715000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5715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userId, alertaId, monto, comercio, nivelUrgencia o colorIndicador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5989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Firestore al leer preferencias del usuario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63550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62940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enviado       :  boolean  — true si se envió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876288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canalesUsados :  string[] — Canales utilizados efectivamente</a:t>
            </a:r>
            <a:endParaRPr lang="en-US" sz="950" dirty="0"/>
          </a:p>
        </p:txBody>
      </p:sp>
      <p:pic>
        <p:nvPicPr>
          <p:cNvPr id="31" name="Image 0" descr="C:\Users\juann\OneDrive\Escritorio\Pórtico-Workspace\Portico\frontend\mockups\portico_notifications_v2_177569841135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Notificaciones — Centro de Alertas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[Pórtico][Notificaciones — Configuración]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Actualizar Preferencias del Usuario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/api/notificaciones/config/:userId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:userId (ruta)              :  string  — ID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permisoNotificacionesActivo :  boolean — Activar/desactivar todo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canalesActivos              :  string[] — ["PUSH","EMAIL","SMS","WHATSAPP"]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712464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20040" y="38496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actualizada → { actualizado: true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1655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416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vacío en la ruta o body sin campos válidos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6908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escritura en colección notificaciones_config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50566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330952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actualizado :  boolean — true si se guardó correctamente</a:t>
            </a:r>
            <a:endParaRPr lang="en-US" sz="950" dirty="0"/>
          </a:p>
        </p:txBody>
      </p:sp>
      <p:pic>
        <p:nvPicPr>
          <p:cNvPr id="24" name="Image 0" descr="C:\Users\juann\OneDrive\Escritorio\Pórtico-Workspace\Portico\frontend\mockups\portico_notifications_v2_177569841135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Notificaciones — Preferencias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A0B1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[Pórtico][RASP — Seguridad de Aplicación]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· Procesar Alerta de Seguridad del SDK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6583680" cy="5120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/api/rasp/webhook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(campos requeridos):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userId      :  string  — Identificador del usuario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tipoAmenaza :  string  — ROOT_DETECTION | HOOK_DETECTION | EMULATOR_DETECTED | ...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severidad   :  string  — CRITICA | ALTA | MEDIA | BAJA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dispositivo :  string? — Modelo del dispositivo (opcional)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831336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timestampMs :  number? — Timestamp en ms (opcional)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224528"/>
            <a:ext cx="6309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20040" y="436168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respuesta HTTP: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54296"/>
            <a:ext cx="594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6542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procesada → { procesado: true, accionTomada: "..." 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9286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928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userId, tipoAmenaza o severidad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5202936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52029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 registrar alerta o degradar score en Firestore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556869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843016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procesado    :  boolean — true si fue procesado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089904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accionTomada :  string  — Descripción de la acción ejecutada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CRITICA → Sesiones revocadas · Bloqueo 2h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6126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ALTA → Score -20pts · MEDIA → Score -10pts · BAJA → Score -5pts</a:t>
            </a:r>
            <a:endParaRPr lang="en-US" sz="950" dirty="0"/>
          </a:p>
        </p:txBody>
      </p:sp>
      <p:pic>
        <p:nvPicPr>
          <p:cNvPr id="29" name="Image 0" descr="C:\Users\juann\OneDrive\Escritorio\Pórtico-Workspace\Portico\frontend\mockups\portico_rasp_v2_177569839569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754880" cy="5120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040880" y="6537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Pantalla: RASP — Estado de Seguridad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Códigos HTTP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3520440"/>
        </p:xfrm>
        <a:graphic>
          <a:graphicData uri="http://schemas.openxmlformats.org/drawingml/2006/table">
            <a:tbl>
              <a:tblPr/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técnico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para el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 creado con éxito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"¡Listo! Información registrada."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Consent, OTP Trigger, Banking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(éxito)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 completada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"Todo en orden ✓"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webhooks y verificaciones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 (fallo negocio)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incorrecto (valido:false)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"Código incorrecto. Quedan N intentos."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Verificar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inválidos o faltantes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"Revisa los campos requeridos."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Internal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en servidor o 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"Algo salió mal. Inténtalo de nuevo."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 Bad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externa no responde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pudimos conectar con tu banco."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1434</Words>
  <Application>Microsoft Office PowerPoint</Application>
  <PresentationFormat>Panorámica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Navas</cp:lastModifiedBy>
  <cp:revision>1</cp:revision>
  <dcterms:created xsi:type="dcterms:W3CDTF">2026-04-09T01:53:30Z</dcterms:created>
  <dcterms:modified xsi:type="dcterms:W3CDTF">2026-04-09T01:55:52Z</dcterms:modified>
</cp:coreProperties>
</file>