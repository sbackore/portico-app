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PORTICO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Documentacion de Pantallas y Servicios Antigravity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pantalla · Modo oscuro · Modo claro · Estados vacios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 ·  Open Banking  ·  OTP  ·  Notificaciones  ·  RASP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· Firestore Native · Revision 00008-lsc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[Pórtico][Inicio]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Dashboard Principal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transacciones_raw (ultimas 3 del usuario)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alertas_rasp → nivelSeguridadCuenta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notificaciones_enviadas → badge count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487168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60704" y="24871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proceso_kyc → estadoProcesoBiometrico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mostrados en pantalla: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"Cuenta verificada" si KYC.estado = APROBADO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Badge de alertas: conteo de notificaciones no leidas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Ultimas 3 transacciones con color de riesgo (score)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8679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de seguridad en icono de Seguridad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Saldo disponible (dato local o futuro API)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43616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48970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de respuesta: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4754880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0120" y="47548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usuario cargados correctamente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5001768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0120" y="50017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al cargar datos → "No pudimos cargar tu info"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5733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8430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 (sin datos):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6099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 actividad aun"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"Vincula tu banco para ver movimientos aqui"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boton "Vincular Banco" destacado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3" name="Image 0" descr="C:\Users\juann\OneDrive\Escritorio\Pórtico-Workspace\Portico\frontend\mockups\portico_home_v2_177569833699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5" name="Text 32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7" name="Image 1" descr="C:\Users\juann\OneDrive\Escritorio\Pórtico-Workspace\Portico\frontend\mockups\portico_light_home_177570835065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9" name="Text 35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2" name="Text 38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3" name="Text 39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transacciones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movimientos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5" name="Text 41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[Pórtico][KYC]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· Verificacion de Identidad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/api/kyc/consentimiento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/api/kyc/webhook (recibe Antigravity IDV)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proceso_kyc → estadoProcesoBiometrico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5176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mostrados en pantalla: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9169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uid: identificador del usuario (requerido)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455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version: politica de consentimiento (ej: "2.1.0")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3741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proposito: motivo de la verificacion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6027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dispositivo: modelo del telefono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8313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Estado final: APROBADO / RECHAZADO / REVISION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40599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Intentos biometricos y fecha del ultimo intento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2885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Bloqueo si &gt;= 3 rechazos (24h)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4553712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8172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de respuesta: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4946904"/>
            <a:ext cx="54864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0120" y="494690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registrado → flujo biometrico habilitado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5193792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0120" y="519379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faltante → campos resaltados en rojo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5440680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0120" y="54406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BD → "Algo salio mal, intentalo de nuevo"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5733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58430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 (sin datos):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6099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"Aun no has completado la verificacion"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boton "Comenzar ahora"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5" name="Image 0" descr="C:\Users\juann\OneDrive\Escritorio\Pórtico-Workspace\Portico\frontend\mockups\portico_kyc_v2_17756983514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7" name="Text 34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9" name="Image 1" descr="C:\Users\juann\OneDrive\Escritorio\Pórtico-Workspace\Portico\frontend\mockups\portico_light_kyc_177570836652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1" name="Text 37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4" name="Text 40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5" name="Text 41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estado 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verificacion aun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Comenzar proceso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7" name="Text 43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[Pórtico][OTP]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· Verificacion Multifactor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/api/otp/trigger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/api/otp/verificar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verificaciones_otp → intentos y estado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487168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60704" y="24871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autenticacion → metodoRespaldo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mostrados en pantalla: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uid: identificador del usuario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nivelRiesgo: CRITICO | ALTO | MEDIO (determina el canal)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motivo: descripcion del evento disparador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8679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otpId: retornado por /trigger para verificar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codigo: 6 digitos (demo: 000000)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4325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Countdown de expiracion: 300 segundos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5537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Intentos restantes (max 3 por defecto)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7823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Canal: OTP_SMS | BIOMETRIA | PIN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50474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517550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de respuesta: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472" y="5440680"/>
            <a:ext cx="54864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60120" y="54406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enviado → muestra cajitas + countdown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687568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60120" y="56875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valido:true → "Todo en orden!" + navegar adelante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5934456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60120" y="593445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valido:false → "Codigo incorrecto, quedan N intentos"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472" y="6181344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60120" y="618134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campo → error especifico en el campo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7472" y="6428232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60120" y="642823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→ "No pudimos iniciar verificacion"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669340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68031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 (sin datos):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1480" y="70591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pantalla reactiva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aparece al detectar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evento de riesgo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2" name="Image 0" descr="C:\Users\juann\OneDrive\Escritorio\Pórtico-Workspace\Portico\frontend\mockups\portico_otp_v2_177569836486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4" name="Text 41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6" name="Image 1" descr="C:\Users\juann\OneDrive\Escritorio\Pórtico-Workspace\Portico\frontend\mockups\portico_light_otp_177570838194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8" name="Text 44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51" name="Text 47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52" name="Text 48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OTP activo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pantalla solo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cuando hay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riesgo detectado</a:t>
            </a:r>
            <a:endParaRPr lang="en-US" sz="750" dirty="0"/>
          </a:p>
        </p:txBody>
      </p:sp>
      <p:sp>
        <p:nvSpPr>
          <p:cNvPr id="53" name="Shape 49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54" name="Text 50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[Pórtico][Open Banking]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Alertas de Transacciones y Vinculacion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/api/banking/webhook (llamado por Antigravity OB)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/api/banking/link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alertas_transacciones (por userId)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487168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60704" y="24871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cuentas_bancarias (linkId, estado)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mostrados en pantalla: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userId, idTransaccion, monto, comercio, fechaHora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score: R=a(A)+b(L)+g(V)+d(D) calculado [0-100]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Color de riesgo: Rojo &gt;80 | Naranja 60-80 | Verde &lt;60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8679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linkId: ID del vinculo bancario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Botones: "Si fui yo" / "Reportar" / "Bloquear"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43616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48970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de respuesta: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4754880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0120" y="47548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 procesada → aparece en feed de alertas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5001768"/>
            <a:ext cx="54864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0120" y="50017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Vinculo creado → "Cuenta bancaria vinculada!"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5248656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0120" y="524865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faltantes → "Datos incompletos"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5495544"/>
            <a:ext cx="548640" cy="219456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0120" y="549554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externa falla → "No pudimos conectar con tu banco"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5742432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60120" y="574243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→ "No pudimos registrar la transaccion"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600760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61173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 (sin datos):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63733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 alertas pendientes"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"Estas al dia. No hay movimientos que revisar."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icono escudo verde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9" name="Image 0" descr="C:\Users\juann\OneDrive\Escritorio\Pórtico-Workspace\Portico\frontend\mockups\portico_banking_v2_177569837918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1" name="Text 38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3" name="Image 1" descr="C:\Users\juann\OneDrive\Escritorio\Pórtico-Workspace\Portico\frontend\mockups\portico_light_banking_177575797945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44" name="Shape 40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5" name="Text 41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8" name="Text 44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9" name="Text 45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"Estas al dia"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transacciones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de revision</a:t>
            </a:r>
            <a:endParaRPr lang="en-US" sz="750" dirty="0"/>
          </a:p>
        </p:txBody>
      </p:sp>
      <p:sp>
        <p:nvSpPr>
          <p:cNvPr id="50" name="Shape 46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51" name="Text 47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[Pórtico][Notificaciones]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· Centro de Alertas y Preferencias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/api/notificaciones/enviar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/api/notificaciones/config/:userId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notificaciones_enviadas (tiempo real)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487168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60704" y="24871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notificaciones_config → preferencias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mostrados en pantalla: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userId, alertaId, monto, comercio, nivelUrgencia, colorIndicador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canalesUsados: PUSH | WhatsApp | SMS | Email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forzarTodosCanales: booleano (urgencias criticas)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8679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permisoNotificacionesActivo: toggle maestro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enviado: true/false (si se envio o se omitio por permisos)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4325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Nivel: INMEDIATA=rojo | ALTA=naranja | INFORMATIVA=gris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4590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71830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de respuesta: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" y="4983480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49834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 enviada → aparece en el feed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230368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60120" y="52303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enviado:false → tarjeta omitida (permisos OFF)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477256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60120" y="547725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actualizada → "Preferencias guardadas"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5724144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60120" y="572414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faltante → toast de error especifico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472" y="5971032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60120" y="597103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→ "No se pudo guardar la configuracion"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623620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63459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 (sin datos):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66019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tranquilo por aqui"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tienes notificaciones pendientes"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icono campanita con check verde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0" name="Image 0" descr="C:\Users\juann\OneDrive\Escritorio\Pórtico-Workspace\Portico\frontend\mockups\portico_notifications_v2_177569841135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2" name="Text 39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4" name="Image 1" descr="C:\Users\juann\OneDrive\Escritorio\Pórtico-Workspace\Portico\frontend\mockups\portico_light_notifications_177575799179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45" name="Shape 41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6" name="Text 42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9" name="Text 45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50" name="Text 46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notificaciones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tranquilo"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750" dirty="0"/>
          </a:p>
        </p:txBody>
      </p:sp>
      <p:sp>
        <p:nvSpPr>
          <p:cNvPr id="51" name="Shape 47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52" name="Text 48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[Pórtico][RASP]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 · Estado de Seguridad del Dispositivo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/api/rasp/webhook (llamado por SDK Shield)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alertas_rasp (historico de amenazas)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seguridad_dispositivo → nivelSeguridadCuenta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487168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60704" y="24871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autenticacion → bloqueoTemporalHasta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mostrados en pantalla: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userId, tipoAmenaza, severidad, dispositivo, timestampMs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nivelSeguridadCuenta: score 0-100 (medidor circular)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accionTomada: descripcion de la accion automatica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8679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bloqueoTemporalHasta: fecha/hora de desbloqueo (countdown)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 -40pts · ALTA -20pts · MEDIA -10pts · BAJA -5pts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43616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48970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de respuesta: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4754880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0120" y="47548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procesada → aparece en lista de eventos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5001768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0120" y="50017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 → banner rojo + countdown de bloqueo (2h)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5248656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0120" y="524865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faltantes → error interno, no visible usuario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5495544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0120" y="549554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→ "Error al registrar evento de seguridad"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576072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587044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 (sin datos):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6126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 amenazas detectadas"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 dispositivo esta seguro. Score: 100/100"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escudo con checkmark verde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7" name="Image 0" descr="C:\Users\juann\OneDrive\Escritorio\Pórtico-Workspace\Portico\frontend\mockups\portico_rasp_v2_177569839569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9" name="Text 36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1" name="Image 1" descr="C:\Users\juann\OneDrive\Escritorio\Pórtico-Workspace\Portico\frontend\mockups\portico_light_rasp_177575800823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3" name="Text 39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6" name="Text 42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7" name="Text 43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amenazas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100/100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 dispositivo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seguro"</a:t>
            </a:r>
            <a:endParaRPr lang="en-US" sz="750" dirty="0"/>
          </a:p>
        </p:txBody>
      </p:sp>
      <p:sp>
        <p:nvSpPr>
          <p:cNvPr id="48" name="Shape 44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9" name="Text 45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[Pórtico][Error States]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Error · Manejo Global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errores tecnicos → mensajes de usuario: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719072"/>
            <a:ext cx="50292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719072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invalidos o incompletos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0120" y="195681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rojo + campos con borde rojo + helper text especifico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2231136"/>
            <a:ext cx="50292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231136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servidor o base de datos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"Algo salio mal." + boton Reintentar + link Soporte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743200"/>
            <a:ext cx="50292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bloqueada (RASP CRITICO)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60120" y="298094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 cuenta esta protegida · Tiempo restante: 01:45:22" + countdown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3255264"/>
            <a:ext cx="50292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3255264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— intentos agotados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60120" y="349300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"Demasiados intentos. Bloqueado 30 min."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" y="3767328"/>
            <a:ext cx="50292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14400" y="3767328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conexion a internet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0120" y="400507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 conexion · Revisa tu internet" + boton Reintentar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4325112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4622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UX: jamas exponer codigos HTTP, stacks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mensajes tecnicos al usuario final.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6" name="Image 0" descr="C:\Users\juann\OneDrive\Escritorio\Pórtico-Workspace\Portico\frontend\mockups\portico_error_states_v2_177569842432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28" name="Text 25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0" name="Image 1" descr="C:\Users\juann\OneDrive\Escritorio\Pórtico-Workspace\Portico\frontend\mockups\portico_light_errors_177575802199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2" name="Text 28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35" name="Text 31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36" name="Text 32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estados de error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tienen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"vacia"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8" name="Text 34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· Pantallas, Servicios y Codigos HTTP</a:t>
            </a:r>
            <a:endParaRPr lang="en-US" sz="2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11612880" cy="914400"/>
        </p:xfrm>
        <a:graphic>
          <a:graphicData uri="http://schemas.openxmlformats.org/drawingml/2006/table">
            <a:tbl>
              <a:tblPr/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Servicios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clave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claro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vacio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Codigos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Firestore (read)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Balance, txns, KYC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actividad aun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/kyc/consentimiento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/kyc/webhook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uid, version, estado IDV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Verificacion pendiente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· 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/otp/trigger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/otp/verificar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nivelRiesgo, otpId, codigo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(reactivo)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· 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/banking/webhook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/banking/link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monto, score, linkId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alertas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201 · 400 · 500 · 502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/notificaciones/enviar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/notificaciones/config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urgencia, canales, toggles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tranquilo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/rasp/webhook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severidad, score, bloqueo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amenazas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400/500 todos los svcs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2026-04-09T18:09:26Z</dcterms:created>
  <dcterms:modified xsi:type="dcterms:W3CDTF">2026-04-09T18:09:26Z</dcterms:modified>
</cp:coreProperties>
</file>