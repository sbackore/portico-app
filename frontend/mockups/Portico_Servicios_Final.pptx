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de Pantallas y Servicios Antigravity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 ·  Open Banking  ·  OTP  ·  Notificaciones  ·  RASP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pantallas  ·  Modo oscuro + claro  ·  Estados vacios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[Portico][Home]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Dashboard Principal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transacciones_raw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alertas_rasp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proceso_kyc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Saldo disponible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Cuenta verificada si KYC=APROBADO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Ultimas 3 transacciones con score de riesgo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Badge de alertas no leidas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679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261104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cargados correctamente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0799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No pudimos cargar tu info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actividad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"Vincula tu banco para ver movimientos"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0" descr="C:\tmp\pantallazos_imgs\slide07_img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5" name="Text 32"/>
          <p:cNvSpPr/>
          <p:nvPr/>
        </p:nvSpPr>
        <p:spPr>
          <a:xfrm>
            <a:off x="7882128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882128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transacciones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8" name="Text 35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1" name="Text 38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transacciones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1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[Portico][Autenticacion]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Sesion y Registro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autenticacion (login)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usuarios (registro)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8658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y contrasena (login)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Nombre, email, contrasena (registro)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Token de sesion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 de cuenta activa/bloqueada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3075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99592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39959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exitoso -&gt; navegar al Home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424281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42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incorrectas -&gt; "Datos invalidos"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489704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4897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servidor -&gt; "Algo salio mal"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cuenta: pantalla de registro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cuenta: pantalla de login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0" descr="C:\tmp\pantallazos_imgs\slide02_img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1" descr="C:\tmp\pantallazos_imgs\slide03_img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6" name="Text 32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9" name="Text 35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0" name="Text 36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usuario: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registro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2" name="Text 38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[Portico][Open Banking]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Vincular Cuenta Bancaria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/api/banking/link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cuentas_bancarias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8658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userId: identificador del usuario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authCode: OAuth code del flujo bancario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linkId: ID del vinculo creado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 de vinculacion: activo/pendiente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3075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995928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39959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Vinculo creado -&gt; "Cuenta bancaria vinculada!"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424281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42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userId o authCode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489704"/>
            <a:ext cx="548640" cy="219456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4897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bancaria no responde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736592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7365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No pudimos guardar el vinculo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"Aun no tienes una cuenta vinculada"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boton "Vincular banco" destacado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0" descr="C:\tmp\pantallazos_imgs\slide05_img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1" descr="C:\tmp\pantallazos_imgs\slide06_img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8" name="Text 34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1" name="Text 37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2" name="Text 38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 vinculada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boton destacado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0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[Portico][Open Banking]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Alertas de Transacciones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/api/banking/webhook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alertas_transacciones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8658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monto, comercio, fechaHora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score: 0-100 (Rojo&gt;80 / Naranja 60-80 / Verde&lt;60)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Botones: Si fui yo / Reportar / Bloquear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Estado: pendiente / confirmada / reportada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3075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995928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39959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 procesada -&gt; aparece en feed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4242816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42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 -&gt; toast de error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489704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4897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No pudimos registrar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alertas pendientes"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0" descr="C:\tmp\pantallazos_imgs\slide08_im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5" name="Text 32"/>
          <p:cNvSpPr/>
          <p:nvPr/>
        </p:nvSpPr>
        <p:spPr>
          <a:xfrm>
            <a:off x="7882128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882128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dia"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8" name="Text 35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1" name="Text 38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"Estas al dia"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1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[Portico][OTP]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· Verificacion Multifactor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/api/otp/trigger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/api/otp/verificar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verificaciones_otp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uid, nivelRiesgo (CRITICO/ALTO/MEDIO), motivo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otpId: retornado por trigger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codigo: 6 digitos (demo: 000000)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Countdown 300s, intentos restantes (max 3)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679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261104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enviado -&gt; muestra cajitas + countdown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07992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valido:true -&gt; Todo en orden!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valido:false -&gt; Codigo incorrecto, quedan N intentos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-&gt; error especifico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248656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2486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No pudimos iniciar verificacion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- pantalla reactiva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aparece ante evento de riesgo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0" descr="C:\tmp\pantallazos_imgs\slide09_img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8" name="Text 35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1" descr="C:\tmp\pantallazos_imgs\slide10_img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2" name="Text 38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5" name="Text 41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6" name="Text 42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OTP activo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reactiva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8" name="Text 44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[Portico][KYC]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Verificacion de Identidad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/api/kyc/consentimiento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/api/kyc/webhook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proceso_kyc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uid, version, proposito, dispositivo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 IDV: APROBADO/RECHAZADO/REVISION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Intentos y fecha ultimo intento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Bloqueo si &gt;=3 rechazos (24h)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679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261104"/>
            <a:ext cx="548640" cy="219456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registrado -&gt; flujo biometrico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07992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-&gt; campos en rojo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Algo salio mal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"Aun no verificado"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boton Comenzar ahora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0" descr="C:\tmp\pantallazos_imgs\slide13_img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7" name="Text 34"/>
          <p:cNvSpPr/>
          <p:nvPr/>
        </p:nvSpPr>
        <p:spPr>
          <a:xfrm>
            <a:off x="7882128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882128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verificacion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Comenzar proceso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0" name="Text 37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3" name="Text 40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verificacion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Comenzar proceso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6" name="Text 43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[Portico][Notificaciones]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· Centro de Alertas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/api/notificaciones/enviar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/api/notificaciones/config/:userId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notificaciones_enviadas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nivelUrgencia: INMEDIATA/ALTA/INFORMATIVA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colorIndicador: ROJO/NARANJA/AMARILLO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canalesUsados: PUSH/WhatsApp/SMS/Email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enviado: true/false (permisos)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679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261104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-&gt; aparece en feed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07992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enviado:false -&gt; omitida por permisos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guardada -&gt; "Preferencias guardadas"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faltante -&gt; toast error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248656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0120" y="52486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No se pudo guardar config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 por aqui"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alertas pendientes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0" descr="C:\tmp\pantallazos_imgs\slide14_img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8" name="Text 35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1" name="Text 38"/>
          <p:cNvSpPr/>
          <p:nvPr/>
        </p:nvSpPr>
        <p:spPr>
          <a:xfrm>
            <a:off x="7882128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7882128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notificaciones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tranquilo"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4" name="Text 41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7" name="Text 44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notificaciones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tranquilo"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50" name="Text 47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[Portico][RASP]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 · Seguridad del Dispositivo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/api/rasp/webhook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alertas_rasp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seguridad_dispositivo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tipoAmenaza: ROOT/HOOK/EMULATOR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severidad: CRITICA/ALTA/MEDIA/BAJA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score 0-100 (medidor circular)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bloqueoTemporalHasta: countdown activo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679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261104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procesada -&gt; lista de eventos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07992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 -&gt; banner rojo + countdown 2h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faltantes (no visible al usuario)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Error al registrar amenaza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amenazas"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100/100 todo verde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0" descr="C:\tmp\pantallazos_imgs\slide15_img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882128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9" name="Text 36"/>
          <p:cNvSpPr/>
          <p:nvPr/>
        </p:nvSpPr>
        <p:spPr>
          <a:xfrm>
            <a:off x="7882128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882128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amenazas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100/100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2" name="Text 39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5" name="Text 42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amenazas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100/100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8" name="Text 45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[Portico][Errores]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Error · Manejo Global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tecnicos -&gt; mensajes usuario: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50292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invalidos/incompletos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1956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rojo + campos marcados + helper text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2231136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231136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servidor o BD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"Algo salio mal." + Reintentar + Soporte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743200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bloqueada RASP CRITICO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"Cuenta protegida · 01:45:22" + countdown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3255264"/>
            <a:ext cx="50292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3255264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- intentos agotados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"Bloqueado 30 min"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767328"/>
            <a:ext cx="50292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3767328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40050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conexion · Revisa tu internet"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4370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UX: nunca exponer codigos HTTP al usuario.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0" descr="C:\tmp\pantallazos_imgs\slide16_img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1" descr="C:\tmp\pantallazos_imgs\slide17_img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1" name="Text 27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34" name="Text 30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- errores no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estado vacio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7" name="Text 33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64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[Portico][Perfil]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1179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· Configuracion de Cuenta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5394960" cy="525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consumidos: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658368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usuarios -&gt; datos perfil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658368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60704" y="19568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Firestore: usuarios (actualizar)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221992"/>
            <a:ext cx="658368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0704" y="22219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/api/notificaciones/config/:userId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517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pantalla: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169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Nombre, email, foto de perfil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Metodo inicio sesion respaldo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Configuracion de notificaciones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6027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Estado de cuenta y nivel de seguridad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67912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Codigos HTTP: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261104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cargado correctamente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07992"/>
            <a:ext cx="54864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actualizada -&gt; "Cambios guardados"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754880"/>
            <a:ext cx="548640" cy="219456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7548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invalido -&gt; error especifico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001768"/>
            <a:ext cx="54864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0120" y="50017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BD -&gt; No se pudieron guardar cambios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5733288"/>
            <a:ext cx="5120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58430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vacio: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6099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configuracion previa: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valores por defecto activos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15000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0" descr="C:\tmp\pantallazos_imgs\slide11_im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029968" cy="413308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5715000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882128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8" name="Image 1" descr="C:\tmp\pantallazos_imgs\slide12_img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1325880"/>
            <a:ext cx="2029968" cy="4133088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882128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0" name="Text 36"/>
          <p:cNvSpPr/>
          <p:nvPr/>
        </p:nvSpPr>
        <p:spPr>
          <a:xfrm>
            <a:off x="7882128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10049256" y="1325880"/>
            <a:ext cx="2029968" cy="4480560"/>
          </a:xfrm>
          <a:prstGeom prst="rect">
            <a:avLst/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0049256" y="1325880"/>
            <a:ext cx="2029968" cy="4133088"/>
          </a:xfrm>
          <a:prstGeom prst="rect">
            <a:avLst/>
          </a:prstGeom>
          <a:solidFill>
            <a:srgbClr val="EEEEFA"/>
          </a:solidFill>
          <a:ln/>
        </p:spPr>
      </p:sp>
      <p:sp>
        <p:nvSpPr>
          <p:cNvPr id="43" name="Text 39"/>
          <p:cNvSpPr/>
          <p:nvPr/>
        </p:nvSpPr>
        <p:spPr>
          <a:xfrm>
            <a:off x="10049256" y="26517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📭</a:t>
            </a:r>
            <a:endParaRPr lang="en-US" sz="2200" dirty="0"/>
          </a:p>
        </p:txBody>
      </p:sp>
      <p:sp>
        <p:nvSpPr>
          <p:cNvPr id="44" name="Text 40"/>
          <p:cNvSpPr/>
          <p:nvPr/>
        </p:nvSpPr>
        <p:spPr>
          <a:xfrm>
            <a:off x="10049256" y="3063240"/>
            <a:ext cx="20299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por defecto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10049256" y="5458968"/>
            <a:ext cx="2029968" cy="347472"/>
          </a:xfrm>
          <a:prstGeom prst="rect">
            <a:avLst/>
          </a:prstGeom>
          <a:solidFill>
            <a:srgbClr val="0A0B1E"/>
          </a:solidFill>
          <a:ln/>
        </p:spPr>
      </p:sp>
      <p:sp>
        <p:nvSpPr>
          <p:cNvPr id="46" name="Text 42"/>
          <p:cNvSpPr/>
          <p:nvPr/>
        </p:nvSpPr>
        <p:spPr>
          <a:xfrm>
            <a:off x="10049256" y="54955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Pantallas y Servicios</a:t>
            </a:r>
            <a:endParaRPr lang="en-US" sz="2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11612880" cy="914400"/>
        </p:xfrm>
        <a:graphic>
          <a:graphicData uri="http://schemas.openxmlformats.org/drawingml/2006/table">
            <a:tbl>
              <a:tblPr/>
              <a:tblGrid>
                <a:gridCol w="2903220"/>
                <a:gridCol w="2903220"/>
                <a:gridCol w="2903220"/>
                <a:gridCol w="29032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(read)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Balance, txns, KYC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auth/usuarios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contrasena,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Vincular Banco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/banking/link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userId, authCode, linkId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400 · 502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Txns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/banking/webhook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monto, score, comercio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/otp/trigger+verificar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nivelRiesgo, otpId, codigo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/kyc/consentimiento+webhook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uid, version, estado IDV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· 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/notificaciones/enviar + PUT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urgencia, canales, toggles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/rasp/webhook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severidad, score, bloqueo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400/500 todos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usuarios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email,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400 ·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2026-04-27T21:13:22Z</dcterms:created>
  <dcterms:modified xsi:type="dcterms:W3CDTF">2026-04-27T21:13:22Z</dcterms:modified>
</cp:coreProperties>
</file>